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96EAA-A1F5-518E-81B1-85C750D3C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86732D-2C84-6181-1A94-7E064426D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47007-05C6-D082-95DD-FB5F2B3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DB45-B9A1-493D-98AE-BC5C5F94262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074D7-6561-9BE5-20A7-FA9BDD0F9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69034-EE8E-F853-A584-A14A05CDA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0AD83-5ABA-42B6-93A0-B50BD2AC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6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0E8B3-AAED-5BC2-1662-C2175189E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AD603-101E-AEB9-8E7A-20CACC9DA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6FB32-D948-1D9D-9BB7-528C2884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DB45-B9A1-493D-98AE-BC5C5F94262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09DB-8CD9-D913-F309-9FAB064F2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DC061-B85B-4658-BBAF-A8C8207A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0AD83-5ABA-42B6-93A0-B50BD2AC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5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2F269-8181-29BA-6939-B10FB932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68EAE-64D4-F417-977D-699F5E750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2D2F3-4033-8B62-7EED-0AA147709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DB45-B9A1-493D-98AE-BC5C5F94262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97E89-24EE-FA7B-3E5B-7B6D354D0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9E777-1CC3-D8C5-1220-F942F9CB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0AD83-5ABA-42B6-93A0-B50BD2AC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06923-E904-2A9A-E5C3-0ED86A7DE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05051-8437-8556-EA2A-32B912B96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8ACF4-3974-5D4E-D8C1-B66621EF2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C1E98-F63B-1F19-F337-24838D60D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DB45-B9A1-493D-98AE-BC5C5F94262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B8430-A865-C2A8-A65D-87C7D3926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FED58-7145-6161-339A-327065E64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0AD83-5ABA-42B6-93A0-B50BD2AC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00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A883E-1878-055A-A2EB-2E2E7A1EE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A1AF0-AEB1-5409-C797-11160095B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B12EB-BD4E-F36E-13E7-29BF6BB62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62DA0A-B76A-6CD8-9FE3-0804AFA03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F0E506-4782-8F07-F546-07F3E126F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EFE8EB-A8A2-75DA-2079-64A1EC019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DB45-B9A1-493D-98AE-BC5C5F94262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C6731-3667-A75A-1FF3-D33EA05B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EE3528-355C-9C83-EA1F-09B14BFE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0AD83-5ABA-42B6-93A0-B50BD2AC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8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12C0A-5C5D-2D7A-97F7-36A0296C6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31FAC-94E6-DEBE-CAE7-FC4151CD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DB45-B9A1-493D-98AE-BC5C5F94262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701924-AC69-7636-6975-702C29A7B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37475-886E-8D94-FDE3-DEC192F7F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0AD83-5ABA-42B6-93A0-B50BD2AC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35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A694BE-0C9E-D551-71DC-4EC290164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DB45-B9A1-493D-98AE-BC5C5F94262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A93933-0C52-A32F-1D4D-BE5B1BD29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22432-1DF6-AD15-3C61-97A8C15A2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0AD83-5ABA-42B6-93A0-B50BD2AC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9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73777-2F69-3A83-48D7-BE399191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5F96F-E1CC-B3D0-2932-380161EF3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20490-E4B3-9241-F7AD-A1546D68E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85395-8292-84F4-5CD3-249008D81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DB45-B9A1-493D-98AE-BC5C5F94262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2344A-302E-6F15-0AD4-BBDD684A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0BEC9-F0B7-8E81-8080-0FBB388F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0AD83-5ABA-42B6-93A0-B50BD2AC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7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1DE16-9A3F-1278-F196-B9585E625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28541-845C-F76A-F5B8-CBED53956E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9A22A-B0A7-F0DF-FA9C-978A21A62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3B7C7-3512-DEC3-A1BC-AC4AF0896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DB45-B9A1-493D-98AE-BC5C5F94262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1D453-076B-A91E-DE9E-798CB9CF0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4C0A9-3B50-3697-E554-7E38E42C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0AD83-5ABA-42B6-93A0-B50BD2AC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0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AE7EA-B4DC-E6F9-6A95-9536D269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E104F-1466-2345-87E1-4247E606E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548A9-CF45-3EE0-73F6-76CB2F6BB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DB45-B9A1-493D-98AE-BC5C5F94262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9456C-4E46-DBAD-133A-7E258E102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F013D-E438-6223-97A7-13DC38F3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0AD83-5ABA-42B6-93A0-B50BD2AC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71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395D83-C9ED-0F73-0A96-B9B6697E5E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E3F0A4-27F0-DD20-05A8-E5279900C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1A3E8-107F-BD97-DFCF-884F0C491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DB45-B9A1-493D-98AE-BC5C5F94262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71387-EC46-40B9-96B6-7A96308C8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B2E84-8811-90AA-8A27-8068F27B6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0AD83-5ABA-42B6-93A0-B50BD2AC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6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BAF63E-A289-A231-CD86-C9C4CDDEE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326F5-1838-7DB1-8814-B81A9027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36DA8-127D-7A5C-BED0-DD708882F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9DB45-B9A1-493D-98AE-BC5C5F94262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EFBC6-B97C-D2E5-3859-2C1AB71FA9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DAA72-B8F1-FC5E-E1C7-3215438E5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0AD83-5ABA-42B6-93A0-B50BD2AC0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06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DB7E4-7F20-C5F4-C68D-A4308B5D3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20837"/>
          </a:xfrm>
        </p:spPr>
        <p:txBody>
          <a:bodyPr>
            <a:normAutofit/>
          </a:bodyPr>
          <a:lstStyle/>
          <a:p>
            <a:r>
              <a:rPr lang="en-US" sz="5000" b="1" dirty="0"/>
              <a:t>Passport Appointment Booking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1E57A-57E9-FC90-F4A4-0898920C9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48683"/>
            <a:ext cx="9144000" cy="310279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 Database Programming</a:t>
            </a:r>
          </a:p>
          <a:p>
            <a:r>
              <a:rPr lang="en-US" dirty="0"/>
              <a:t>Final Capstone Project</a:t>
            </a:r>
            <a:br>
              <a:rPr lang="en-US" dirty="0"/>
            </a:br>
            <a:endParaRPr lang="en-US" dirty="0"/>
          </a:p>
          <a:p>
            <a:r>
              <a:rPr lang="en-US" dirty="0"/>
              <a:t>Student: Moïse ISHIMWE</a:t>
            </a:r>
            <a:br>
              <a:rPr lang="en-US" dirty="0"/>
            </a:br>
            <a:r>
              <a:rPr lang="en-US" dirty="0"/>
              <a:t>Registration number: 31858/2025</a:t>
            </a:r>
          </a:p>
          <a:p>
            <a:endParaRPr lang="en-US" dirty="0"/>
          </a:p>
          <a:p>
            <a:r>
              <a:rPr lang="en-US" dirty="0"/>
              <a:t>Database Technology: Oracle Database 19c</a:t>
            </a:r>
          </a:p>
          <a:p>
            <a:r>
              <a:rPr lang="en-US" dirty="0"/>
              <a:t>Academic Year: 2025–2026</a:t>
            </a:r>
          </a:p>
        </p:txBody>
      </p:sp>
    </p:spTree>
    <p:extLst>
      <p:ext uri="{BB962C8B-B14F-4D97-AF65-F5344CB8AC3E}">
        <p14:creationId xmlns:p14="http://schemas.microsoft.com/office/powerpoint/2010/main" val="317560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C92AB-4540-9C80-7580-DEDD96647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2A140-6940-140A-F648-63ED5DE57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  Problem</a:t>
            </a:r>
          </a:p>
          <a:p>
            <a:r>
              <a:rPr lang="en-US" dirty="0"/>
              <a:t>Manual passport processes cause delays. </a:t>
            </a:r>
          </a:p>
          <a:p>
            <a:r>
              <a:rPr lang="en-US" dirty="0"/>
              <a:t>Appointment conflicts may occur. </a:t>
            </a:r>
          </a:p>
          <a:p>
            <a:r>
              <a:rPr lang="en-US" dirty="0"/>
              <a:t>Managing paper records is inefficient. </a:t>
            </a:r>
          </a:p>
          <a:p>
            <a:r>
              <a:rPr lang="en-US" dirty="0"/>
              <a:t>Tracking application status is difficult. </a:t>
            </a:r>
          </a:p>
          <a:p>
            <a:pPr marL="0" indent="0">
              <a:buNone/>
            </a:pPr>
            <a:r>
              <a:rPr lang="en-US" b="1" dirty="0"/>
              <a:t>   Objectives</a:t>
            </a:r>
          </a:p>
          <a:p>
            <a:r>
              <a:rPr lang="en-US" dirty="0"/>
              <a:t>Manage applicant information. </a:t>
            </a:r>
          </a:p>
          <a:p>
            <a:r>
              <a:rPr lang="en-US" dirty="0"/>
              <a:t>Automate passport applications. </a:t>
            </a:r>
          </a:p>
          <a:p>
            <a:r>
              <a:rPr lang="en-US" dirty="0"/>
              <a:t>Schedule appointments. </a:t>
            </a:r>
          </a:p>
          <a:p>
            <a:r>
              <a:rPr lang="en-US" dirty="0"/>
              <a:t>Track payments. </a:t>
            </a:r>
          </a:p>
          <a:p>
            <a:r>
              <a:rPr lang="en-US" dirty="0"/>
              <a:t>Improve security and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340928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6C8D6-9C26-8B6D-4E62-FF9F1F4B2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5895E-2BA1-9F40-E5D1-7D3EE4E67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Applicant Registration</a:t>
            </a:r>
          </a:p>
          <a:p>
            <a:pPr marL="0" indent="0">
              <a:buNone/>
            </a:pPr>
            <a:r>
              <a:rPr lang="en-US" dirty="0"/>
              <a:t>          ↓</a:t>
            </a:r>
          </a:p>
          <a:p>
            <a:pPr marL="0" indent="0">
              <a:buNone/>
            </a:pPr>
            <a:r>
              <a:rPr lang="en-US" dirty="0"/>
              <a:t>Application Submission</a:t>
            </a:r>
          </a:p>
          <a:p>
            <a:pPr marL="0" indent="0">
              <a:buNone/>
            </a:pPr>
            <a:r>
              <a:rPr lang="en-US" dirty="0"/>
              <a:t>          ↓</a:t>
            </a:r>
          </a:p>
          <a:p>
            <a:pPr marL="0" indent="0">
              <a:buNone/>
            </a:pPr>
            <a:r>
              <a:rPr lang="en-US" dirty="0"/>
              <a:t>Payment</a:t>
            </a:r>
          </a:p>
          <a:p>
            <a:pPr marL="0" indent="0">
              <a:buNone/>
            </a:pPr>
            <a:r>
              <a:rPr lang="en-US" dirty="0"/>
              <a:t>          ↓</a:t>
            </a:r>
          </a:p>
          <a:p>
            <a:pPr marL="0" indent="0">
              <a:buNone/>
            </a:pPr>
            <a:r>
              <a:rPr lang="en-US" dirty="0"/>
              <a:t>Appointment Booking</a:t>
            </a:r>
          </a:p>
          <a:p>
            <a:pPr marL="0" indent="0">
              <a:buNone/>
            </a:pPr>
            <a:r>
              <a:rPr lang="en-US" dirty="0"/>
              <a:t>          ↓</a:t>
            </a:r>
          </a:p>
          <a:p>
            <a:pPr marL="0" indent="0">
              <a:buNone/>
            </a:pPr>
            <a:r>
              <a:rPr lang="en-US" dirty="0"/>
              <a:t>Officer Verification</a:t>
            </a:r>
          </a:p>
          <a:p>
            <a:pPr marL="0" indent="0">
              <a:buNone/>
            </a:pPr>
            <a:r>
              <a:rPr lang="en-US" dirty="0"/>
              <a:t>          ↓</a:t>
            </a:r>
          </a:p>
          <a:p>
            <a:pPr marL="0" indent="0">
              <a:buNone/>
            </a:pPr>
            <a:r>
              <a:rPr lang="en-US" dirty="0"/>
              <a:t>Approval/Rejection</a:t>
            </a:r>
          </a:p>
        </p:txBody>
      </p:sp>
    </p:spTree>
    <p:extLst>
      <p:ext uri="{BB962C8B-B14F-4D97-AF65-F5344CB8AC3E}">
        <p14:creationId xmlns:p14="http://schemas.microsoft.com/office/powerpoint/2010/main" val="72141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1B41E-2B19-23D9-09FE-CAE63C3D9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Entity Relationship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AD401-71AA-80FC-7B58-8151752AF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Database designed using relational modeling principles.</a:t>
            </a:r>
          </a:p>
          <a:p>
            <a:pPr marL="0" indent="0">
              <a:buNone/>
            </a:pPr>
            <a:r>
              <a:rPr lang="en-US" dirty="0"/>
              <a:t>Normalization applied up to Third Normal Form (3NF).</a:t>
            </a:r>
          </a:p>
        </p:txBody>
      </p:sp>
    </p:spTree>
    <p:extLst>
      <p:ext uri="{BB962C8B-B14F-4D97-AF65-F5344CB8AC3E}">
        <p14:creationId xmlns:p14="http://schemas.microsoft.com/office/powerpoint/2010/main" val="178637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7EBF0-8966-39D6-2B60-2D303B630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Database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0D501-527C-7DD6-8AB3-725C3EEB2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APPLICANT</a:t>
            </a:r>
          </a:p>
          <a:p>
            <a:r>
              <a:rPr lang="en-US" dirty="0"/>
              <a:t>PASSPORT_TYPE</a:t>
            </a:r>
          </a:p>
          <a:p>
            <a:r>
              <a:rPr lang="en-US" dirty="0"/>
              <a:t>PASSPORT_OFFICE</a:t>
            </a:r>
          </a:p>
          <a:p>
            <a:r>
              <a:rPr lang="en-US" dirty="0"/>
              <a:t>OFFICER</a:t>
            </a:r>
          </a:p>
          <a:p>
            <a:r>
              <a:rPr lang="en-US" dirty="0"/>
              <a:t>PASSPORT_APPLICATION</a:t>
            </a:r>
          </a:p>
          <a:p>
            <a:r>
              <a:rPr lang="en-US" dirty="0"/>
              <a:t>APPOINTMENT</a:t>
            </a:r>
          </a:p>
          <a:p>
            <a:r>
              <a:rPr lang="en-US" dirty="0"/>
              <a:t>APPOINTMENT_SLOT</a:t>
            </a:r>
          </a:p>
          <a:p>
            <a:r>
              <a:rPr lang="en-US" dirty="0"/>
              <a:t>PAYMENT</a:t>
            </a:r>
          </a:p>
          <a:p>
            <a:r>
              <a:rPr lang="en-US" dirty="0"/>
              <a:t>USER_ACCOUNT</a:t>
            </a:r>
          </a:p>
          <a:p>
            <a:r>
              <a:rPr lang="en-US" dirty="0"/>
              <a:t>HOLIDAY</a:t>
            </a:r>
          </a:p>
          <a:p>
            <a:r>
              <a:rPr lang="en-US" dirty="0"/>
              <a:t>AUDIT_LOG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EC70F7-802A-E21A-43AA-0646D88F5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283" y="2197036"/>
            <a:ext cx="1943200" cy="246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03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C35B2-8050-49A3-3813-5B25FEA1C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5D62C-F898-9358-8214-BEC01983D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Implemented:</a:t>
            </a:r>
          </a:p>
          <a:p>
            <a:r>
              <a:rPr lang="en-US" dirty="0"/>
              <a:t>Table creation (DDL) </a:t>
            </a:r>
          </a:p>
          <a:p>
            <a:r>
              <a:rPr lang="en-US" dirty="0"/>
              <a:t>Data insertion (DML) </a:t>
            </a:r>
          </a:p>
          <a:p>
            <a:r>
              <a:rPr lang="en-US" dirty="0"/>
              <a:t>Constraints </a:t>
            </a:r>
          </a:p>
          <a:p>
            <a:r>
              <a:rPr lang="en-US" dirty="0"/>
              <a:t>Views </a:t>
            </a:r>
          </a:p>
          <a:p>
            <a:r>
              <a:rPr lang="en-US" dirty="0"/>
              <a:t>Sequences </a:t>
            </a:r>
          </a:p>
          <a:p>
            <a:r>
              <a:rPr lang="en-US" dirty="0"/>
              <a:t>Queries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u="sng" dirty="0"/>
              <a:t>Example</a:t>
            </a:r>
            <a:r>
              <a:rPr lang="en-US" dirty="0"/>
              <a:t>: SELECT * FROM </a:t>
            </a:r>
            <a:r>
              <a:rPr lang="en-US" dirty="0" err="1"/>
              <a:t>Passport_Application</a:t>
            </a:r>
            <a:r>
              <a:rPr lang="en-US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0338D0-72D9-47A0-9B5A-51D5E24E7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483" y="2663785"/>
            <a:ext cx="6339155" cy="218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377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57EB5-5554-B681-0957-DCE51CF68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PL/SQL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1DB3F-C192-1D63-B715-322981A23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Implemented:</a:t>
            </a:r>
          </a:p>
          <a:p>
            <a:r>
              <a:rPr lang="en-US" dirty="0"/>
              <a:t>Procedures </a:t>
            </a:r>
          </a:p>
          <a:p>
            <a:r>
              <a:rPr lang="en-US" dirty="0"/>
              <a:t>Functions </a:t>
            </a:r>
          </a:p>
          <a:p>
            <a:r>
              <a:rPr lang="en-US" dirty="0"/>
              <a:t>Packages </a:t>
            </a:r>
          </a:p>
          <a:p>
            <a:r>
              <a:rPr lang="en-US" dirty="0"/>
              <a:t>Exception handling </a:t>
            </a:r>
          </a:p>
          <a:p>
            <a:r>
              <a:rPr lang="en-US" dirty="0"/>
              <a:t>Cursors</a:t>
            </a:r>
          </a:p>
          <a:p>
            <a:pPr marL="0" indent="0">
              <a:buNone/>
            </a:pPr>
            <a:r>
              <a:rPr lang="en-US" u="sng" dirty="0"/>
              <a:t>Example</a:t>
            </a:r>
            <a:r>
              <a:rPr lang="en-US" dirty="0"/>
              <a:t>: CREATE_APPLICATION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F3E87C-6046-BD2C-0248-391569AC4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934" y="1962364"/>
            <a:ext cx="5009189" cy="342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74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A3EBC-0056-DB46-A595-DD7CDE299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Advanced Database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55827-F054-8A71-085A-710B76C6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 Triggers</a:t>
            </a:r>
          </a:p>
          <a:p>
            <a:r>
              <a:rPr lang="en-US" dirty="0"/>
              <a:t>Prevent duplicate bookings. </a:t>
            </a:r>
          </a:p>
          <a:p>
            <a:r>
              <a:rPr lang="en-US" dirty="0"/>
              <a:t>Enforce business rules. </a:t>
            </a:r>
          </a:p>
          <a:p>
            <a:r>
              <a:rPr lang="en-US" dirty="0"/>
              <a:t>Restrict operations during holidays/weekdays. </a:t>
            </a:r>
          </a:p>
          <a:p>
            <a:pPr marL="0" indent="0">
              <a:buNone/>
            </a:pPr>
            <a:r>
              <a:rPr lang="en-US" b="1" dirty="0"/>
              <a:t> Audit</a:t>
            </a:r>
          </a:p>
          <a:p>
            <a:r>
              <a:rPr lang="en-US" dirty="0"/>
              <a:t>Records INSERT, UPDATE, DELETE activities. </a:t>
            </a:r>
          </a:p>
          <a:p>
            <a:pPr marL="0" indent="0">
              <a:buNone/>
            </a:pPr>
            <a:r>
              <a:rPr lang="en-US" b="1" dirty="0"/>
              <a:t> Security</a:t>
            </a:r>
          </a:p>
          <a:p>
            <a:r>
              <a:rPr lang="en-US" dirty="0"/>
              <a:t>Roles:</a:t>
            </a:r>
          </a:p>
          <a:p>
            <a:r>
              <a:rPr lang="en-US" dirty="0"/>
              <a:t>PASSPORT_ADMIN </a:t>
            </a:r>
          </a:p>
          <a:p>
            <a:r>
              <a:rPr lang="en-US" dirty="0"/>
              <a:t>PASSPORT_OFFICER </a:t>
            </a:r>
          </a:p>
          <a:p>
            <a:r>
              <a:rPr lang="en-US" dirty="0"/>
              <a:t>PASSPORT_VIEWER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26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CED3-6AB6-568A-E266-9475F695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Innovation: Passport Analytics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55E62-200E-F2E0-A2D5-F3247946E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Power BI Dashboard:</a:t>
            </a:r>
          </a:p>
          <a:p>
            <a:r>
              <a:rPr lang="en-US" dirty="0"/>
              <a:t>Total applications </a:t>
            </a:r>
          </a:p>
          <a:p>
            <a:r>
              <a:rPr lang="en-US" dirty="0"/>
              <a:t>Approved applications </a:t>
            </a:r>
          </a:p>
          <a:p>
            <a:r>
              <a:rPr lang="en-US" dirty="0"/>
              <a:t>Pending applications </a:t>
            </a:r>
          </a:p>
          <a:p>
            <a:r>
              <a:rPr lang="en-US" dirty="0"/>
              <a:t>Applications by office </a:t>
            </a:r>
          </a:p>
          <a:p>
            <a:r>
              <a:rPr lang="en-US" dirty="0"/>
              <a:t>Monthly trends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2ACF66-7E3A-D1E5-AFB0-0A4925CD8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358" y="1825625"/>
            <a:ext cx="4076910" cy="2197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998300-1C16-B2DE-79FC-B9B43100D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70" y="4087036"/>
            <a:ext cx="3286903" cy="18103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226A4D-391B-BECA-E02E-A03CC03AF2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245" y="4215461"/>
            <a:ext cx="4235870" cy="18103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323073-94DD-0E29-64DE-843F5E5F68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98" y="1825625"/>
            <a:ext cx="3416476" cy="231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8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499ED-A52C-1F74-5C9F-E7E030707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879EC-88A3-DB38-2B46-FDF27672E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Passport Appointment Booking System demonstrates:</a:t>
            </a:r>
          </a:p>
          <a:p>
            <a:pPr marL="0" indent="0">
              <a:buNone/>
            </a:pPr>
            <a:r>
              <a:rPr lang="en-US" dirty="0"/>
              <a:t>✓ Database design</a:t>
            </a:r>
          </a:p>
          <a:p>
            <a:pPr marL="0" indent="0">
              <a:buNone/>
            </a:pPr>
            <a:r>
              <a:rPr lang="en-US" dirty="0"/>
              <a:t>✓ SQL and PL/SQL programming</a:t>
            </a:r>
          </a:p>
          <a:p>
            <a:pPr marL="0" indent="0">
              <a:buNone/>
            </a:pPr>
            <a:r>
              <a:rPr lang="en-US" dirty="0"/>
              <a:t>✓ Business rule enforcement</a:t>
            </a:r>
          </a:p>
          <a:p>
            <a:pPr marL="0" indent="0">
              <a:buNone/>
            </a:pPr>
            <a:r>
              <a:rPr lang="en-US" dirty="0"/>
              <a:t>✓ Security implementation</a:t>
            </a:r>
          </a:p>
          <a:p>
            <a:pPr marL="0" indent="0">
              <a:buNone/>
            </a:pPr>
            <a:r>
              <a:rPr lang="en-US" dirty="0"/>
              <a:t>✓ Audit management</a:t>
            </a:r>
          </a:p>
          <a:p>
            <a:pPr marL="0" indent="0">
              <a:buNone/>
            </a:pPr>
            <a:r>
              <a:rPr lang="en-US" dirty="0"/>
              <a:t>✓ Data analysis capability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Live Demonstration:</a:t>
            </a:r>
          </a:p>
          <a:p>
            <a:pPr marL="0" indent="0">
              <a:buNone/>
            </a:pPr>
            <a:r>
              <a:rPr lang="en-US" dirty="0"/>
              <a:t>Database structure → Queries → PL/SQL → Triggers → Security</a:t>
            </a:r>
          </a:p>
        </p:txBody>
      </p:sp>
    </p:spTree>
    <p:extLst>
      <p:ext uri="{BB962C8B-B14F-4D97-AF65-F5344CB8AC3E}">
        <p14:creationId xmlns:p14="http://schemas.microsoft.com/office/powerpoint/2010/main" val="10267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307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Passport Appointment Booking System</vt:lpstr>
      <vt:lpstr>Problem Statement and Objectives</vt:lpstr>
      <vt:lpstr>System Workflow</vt:lpstr>
      <vt:lpstr>Entity Relationship Diagram</vt:lpstr>
      <vt:lpstr>Database Structure</vt:lpstr>
      <vt:lpstr>SQL Implementation</vt:lpstr>
      <vt:lpstr>PL/SQL Implementation</vt:lpstr>
      <vt:lpstr>Advanced Database Features</vt:lpstr>
      <vt:lpstr>Innovation: Passport Analytics Dashboard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Ishimwe Moïse</dc:creator>
  <cp:lastModifiedBy>Ishimwe Moïse</cp:lastModifiedBy>
  <cp:revision>5</cp:revision>
  <dcterms:created xsi:type="dcterms:W3CDTF">2026-07-14T19:38:49Z</dcterms:created>
  <dcterms:modified xsi:type="dcterms:W3CDTF">2026-07-15T05:18:28Z</dcterms:modified>
</cp:coreProperties>
</file>